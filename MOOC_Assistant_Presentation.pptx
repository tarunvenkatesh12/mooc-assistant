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4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950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Assistant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2176272"/>
            <a:ext cx="457200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VENKATESH</a:t>
            </a:r>
            <a:endParaRPr lang="en-US" sz="1400" dirty="0"/>
          </a:p>
          <a:p>
            <a:pPr marL="0" indent="0" algn="ctr">
              <a:buNone/>
            </a:pPr>
            <a:endParaRPr lang="en-US" sz="1400" dirty="0">
              <a:solidFill>
                <a:srgbClr val="AECBD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Laurent TOUTAIN  ·  Baptiste GAULTIER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Atlantique  ·  Academic Year 2025-2026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D7A8A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74980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CA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9786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FUN-MOOC forums accumulate hundreds of student questions faster than instructors can respond manually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651760" cy="155448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901952"/>
            <a:ext cx="54864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01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posts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51760" cy="155448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901952"/>
            <a:ext cx="54864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901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course-grounded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2651760" cy="155448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901952"/>
            <a:ext cx="54864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901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uncertain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to instructor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A66"/>
                </a:solidFill>
              </a:rPr>
              <a:t>Platform: FUN-MOOC (MicroPython / IoT)  ·  Multi-agent pipeline 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Semester Recap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3167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Playwright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31673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to log into FUN-MOOC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75104"/>
            <a:ext cx="347472" cy="34747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Navigation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listing pages -&gt; topic URLs collected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347472" cy="34747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700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Extraction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670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DOM-parsed: author, date, content per post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347472" cy="34747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3467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34670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post records across multi-page topics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Responses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40233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LLM responses -- no RAG, no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3 -- Implementations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9235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" y="1234440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HTML/XML ingestion · 600-char chunks · multilingual embeddings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9235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Post Indexing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91456" y="1234440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posts appended to RAG index incrementally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801368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01368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856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Post Filtering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" y="2167128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instructors · route admin/complaints · answer technical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01368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801368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856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RAG-Augmented Solution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2167128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3.1) · retrieves relevant context · constrained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34056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78892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Validation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" y="3099816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then LLM scoring (relevance, grounding, clarity)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34056"/>
            <a:ext cx="4069080" cy="841248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734056"/>
            <a:ext cx="64008" cy="84124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78892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3099816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posts routed to Professor Review queue with scores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666744"/>
            <a:ext cx="8321040" cy="64008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666744"/>
            <a:ext cx="64008" cy="64008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Redesign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9959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views: Conversations &amp; Responses  ·  Professor Review  ·  Others  |  Sidebar counters show full pipeline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4" name="Image 0" descr="/sessions/gracious-happy-lamport/mnt/outputs/arch_diagra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756" y="822960"/>
            <a:ext cx="4460488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66"/>
                </a:solidFill>
              </a:rPr>
              <a:t>Orchestrator directs pipeline  ·  RAG index grows incrementally after each run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Implementation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77640" cy="356616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9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7490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 hallucination risk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course-specific knowledge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not aligned to MOOC content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failed on paraphrased queries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semantic embeddings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914400"/>
            <a:ext cx="4206240" cy="356616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969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298448"/>
            <a:ext cx="39776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HTML lessons + XML exercises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600-char chunks with 150-char overlap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paraphrase-multilingual-MiniLM-L12-v2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embeddings, cosine similarity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0.25, top-k fallback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4,000-char context budget per prompt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posts indexed after each 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713232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CA6"/>
                </a:solidFill>
              </a:rPr>
              <a:t>WHY: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9875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can still be factually wrong. Publishing incorrect content is worse than no answer. Safety layer before dashboard publication.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3977640" cy="256032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55648"/>
            <a:ext cx="39776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922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1 -- Rule-Based Checks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7490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 -- no LLM call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fallback phrase: 'Je vais verifier...'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first-person confusion phrases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polite redirection message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755648"/>
            <a:ext cx="4206240" cy="256032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55648"/>
            <a:ext cx="4206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92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2 -- LLM Scoring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157984"/>
            <a:ext cx="4023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llama-3.3-70b-versatile (Groq)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answer_relevance &gt;= 0.6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grounding_score &gt;= 0.6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clarity_score &gt;= 0.6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fixed_answer -- optional rewrite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HITL if relevance &lt;= 0.4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&amp; Solutions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4069080" cy="182880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406908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5097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Over-Aggressive Post Filtering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Problem: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starting with 'Bonjour' discarded even with real questions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Solution: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logic: check question markers and issue keywords 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069080" cy="182880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06908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5097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Authentication (HTTP 403)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Problem: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481328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uses a separate iframe cookie from the main LMS session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75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Solution: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5798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warm-up: courseware first, then forum section page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4069080" cy="182880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834640"/>
            <a:ext cx="406908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7121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Count Mismatches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Problem: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401568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counted in both 'answered' and 'professor review' buckets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895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Solution: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07822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category assignment with strict priority order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069080" cy="182880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34640"/>
            <a:ext cx="406908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7121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 from Validator LLM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Problem: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401568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returned JSON wrapped in markdown code fences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895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CA6"/>
                </a:solidFill>
              </a:rPr>
              <a:t>Solution: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07822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strip fences; apply default values for all expected fields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2697480" cy="379476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005840"/>
            <a:ext cx="594360" cy="59436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Post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214884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Scheduled polling every 30-60 min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Compare against persisted post IDs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posts auto-fed through pipeline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Or: webhook on new-post event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379476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005840"/>
            <a:ext cx="594360" cy="59436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Feedback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14884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Edited/approved answers added to RAG index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Teacher-level explanations accumulate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Progressively improves auto responses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Lightweight continual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697480" cy="3794760"/>
          </a:xfrm>
          <a:prstGeom prst="rect">
            <a:avLst/>
          </a:prstGeom>
          <a:solidFill>
            <a:srgbClr val="E4F0F3"/>
          </a:solidFill>
          <a:ln w="12700">
            <a:solidFill>
              <a:srgbClr val="C5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005840"/>
            <a:ext cx="594360" cy="59436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Transcript Indexing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214884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Most course knowledge locked in videos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Currently un-indexed -&gt; routes to Prof Review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Index auto-generated transcripts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Dramatically expands retrieval coverage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66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Full pipeline: extraction  -&gt;  RAG  -&gt;  validation  -&gt;  HITL  -&gt;  dashboard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Automation only where trusted -- uncertain cases go to instructor with context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RAG index grows incrementally; quality improves over time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Right balance of automation and human oversight for education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304288"/>
            <a:ext cx="8321040" cy="1828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009CA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b="1" dirty="0">
              <a:solidFill>
                <a:srgbClr val="009CA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0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761488"/>
            <a:ext cx="4160520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P. Lewis et al., RAG for Knowledge-Intensive NLP Tasks, NeurIPS 2020.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N. Reimers &amp; I. Gurevych, Multilingual Sentence Embeddings, EMNLP 2020.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Z. Ji et al., Survey of Hallucination in NLG, ACM Computing Surveys, 2023.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2761488"/>
            <a:ext cx="4160520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E. Kasneci et al., ChatGPT for Good? LLMs for Education, 2023.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B. Gaultier, MCP Browser Agent, IMT Atlantique GitHub, 2024.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Microsoft, Playwright, GitHub, 2024.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789</Words>
  <Application>Microsoft Office PowerPoint</Application>
  <PresentationFormat>Affichage à l'écran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MOOC Assistant Third Semester</dc:title>
  <dc:subject>PptxGenJS Presentation</dc:subject>
  <dc:creator>Tarun Venkatesh</dc:creator>
  <cp:lastModifiedBy>Tarun Venkatesh</cp:lastModifiedBy>
  <cp:revision>2</cp:revision>
  <dcterms:created xsi:type="dcterms:W3CDTF">2026-05-27T00:08:29Z</dcterms:created>
  <dcterms:modified xsi:type="dcterms:W3CDTF">2026-05-29T23:24:51Z</dcterms:modified>
</cp:coreProperties>
</file>